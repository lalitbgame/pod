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POD-Based Modeling for
E-Machine EMag Force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9D4E6"/>
                </a:solidFill>
              </a:rPr>
              <a:t>A data-driven approach using Proper Orthogonal Decomposition (POD)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49039"/>
            <a:ext cx="1371600" cy="508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>
                <a:solidFill>
                  <a:srgbClr val="404040"/>
                </a:solidFill>
              </a:rPr>
              <a:t>- What is POD?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>
                <a:solidFill>
                  <a:srgbClr val="404040"/>
                </a:solidFill>
              </a:rPr>
              <a:t>- Where is POD used?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>
                <a:solidFill>
                  <a:srgbClr val="404040"/>
                </a:solidFill>
              </a:rPr>
              <a:t>- Our problem: predicting EMag forces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>
                <a:solidFill>
                  <a:srgbClr val="404040"/>
                </a:solidFill>
              </a:rPr>
              <a:t>- How we apply POD to this dataset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>
                <a:solidFill>
                  <a:srgbClr val="404040"/>
                </a:solidFill>
              </a:rPr>
              <a:t>- Model inputs and outputs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>
                <a:solidFill>
                  <a:srgbClr val="404040"/>
                </a:solidFill>
              </a:rPr>
              <a:t>- Validation: does POD find the real physics?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>
                <a:solidFill>
                  <a:srgbClr val="404040"/>
                </a:solidFill>
              </a:rPr>
              <a:t>- Results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>
                <a:solidFill>
                  <a:srgbClr val="404040"/>
                </a:solidFill>
              </a:rPr>
              <a:t>- Summary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What is POD?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Proper Orthogonal Decomposition (POD) = the SVD applied to a dataset of "snapshots"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Same mathematics as PCA - widely used under the name POD in fluid dynamics and structural dynamics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Breaks complex, high-dimensional data into a small number of "modes", ranked by how much of the data's variance each one explains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Each mode is a fixed spatial pattern paired with a coefficient that says how strongly that pattern is present in each snapshot</a:t>
            </a:r>
          </a:p>
          <a:p>
            <a:pPr lvl="1"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606060"/>
                </a:solidFill>
              </a:rPr>
              <a:t>- Data  ≈  Σ (mode strength) × (spatial pattern) × (how strongly it's present)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No physics assumptions required - the patterns are found directly from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Where is POD used?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Fluid dynamics - reduced-order models of complex flow fields (the classic use of the name "POD")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Structural dynamics - extracting dominant vibration mode shapes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Image compression / face recognition - "eigenfaces" is the same idea applied to images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Building fast surrogate models - replacing an expensive simulation with a cheap one that reproduces its dominant behavior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General principle: any dataset with a dominant, low-dimensional structure hiding inside high-dimensional data can be compressed this way with very little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Our problem: predicting EMag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Need: the radial (Fr) and tangential (Ft) electromagnetic force on each of the 48 stator teeth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At any operating point - any torque, any rotor (electrical) angle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These forces are what drive the NVH (noise, vibration, harshness) analysis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Today: every new operating point needs a full FEA simulation - slow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Goal: a fast, accurate surrogate model that reproduces FEA-quality forces instantly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Why POD fits this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The 96 numbers per snapshot (48 Fr + 48 Ft) are not an arbitrary pattern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Earlier analysis of the raw FEA data found it is dominated by a handful of repeating spatial wave shapes around the 48 teeth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POD is the natural, assumption-free tool to discover and exploit exactly this kind of hidden low-dimensional structure directly from data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Used here as an independent, data-driven check on a separate hand-built physics model - if POD finds the same structure with no hints given, that's strong confirmation the structure is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How we apply POD - Step 1: Spatial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Stack every training snapshot (one torque + angle combination) as one row of a big table: rows = snapshots, columns = the 48 teeth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Take the SVD of that table, separately for Fr and for Ft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The result is a small set of "spatial modes" - fixed shapes across the 48 teeth, ranked by how much of the data's variance each one explains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Keep only as many modes as needed to explain 99.99% of the variance</a:t>
            </a:r>
          </a:p>
          <a:p>
            <a:pPr lvl="1"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606060"/>
                </a:solidFill>
              </a:rPr>
              <a:t>- Result on our data: just 6 modes (out of a possible 48) explain essentially 100% of the signal, for each of Fr and 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How we apply POD - Step 2: Angle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Project every snapshot onto the spatial modes to get one coefficient per mode per snapshot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At a fixed torque, track how each mode's coefficient changes as the rotor angle sweeps - this is the "temporal" side of POD (here, electrical angle plays the role of time)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The natural oscillation speed of each mode is not assumed - it is discovered directly from the data for that mode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A smooth wave is fit to each mode's coefficient vs angle, including a secondary wobble rhythm found empirically in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How we apply POD - Step 3: Torque behavior &amp;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Repeat the angle fit at every torque level present in the training data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Fit a smooth curve through the resulting numbers across torque, for each mode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To predict a new (torque, angle): read the curves for that torque, reconstruct each mode's coefficient at that angle, and recombine with the spatial shapes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The result is the full 96-number force prediction - no simulation, closed-form, near-instant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Model inputs and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017520" cy="237744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FFFFF"/>
                </a:solidFill>
              </a:rPr>
              <a:t>INPUT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Torque (Nm)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Electrical angle (deg)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(RPM - fixed in
current dataset)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2377440"/>
            <a:ext cx="1645920" cy="731520"/>
          </a:xfrm>
          <a:prstGeom prst="rightArrow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POD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554480"/>
            <a:ext cx="3017520" cy="23774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FFFFF"/>
                </a:solidFill>
              </a:rPr>
              <a:t>OUTPUT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Fr - radial force
(48 values, one per tooth)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Ft - tangential force
(48 values, one per tooth)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96 numbers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04040"/>
                </a:solidFill>
              </a:rPr>
              <a:t>- 2 numbers in, 96 numbers out - a direct, closed-form replacement for an FEA run at that operating point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04040"/>
                </a:solidFill>
              </a:rPr>
              <a:t>- Prediction cost: a handful of spline lookups and one inverse transform - effectively instant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04040"/>
                </a:solidFill>
              </a:rPr>
              <a:t>- Internally, the model only ever stores: 6 spatial mode shapes per channel + a set of smooth curves across torque per mode - a tiny model compared to a neural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Validation: POD rediscovers known physics</a:t>
            </a:r>
          </a:p>
        </p:txBody>
      </p:sp>
      <p:pic>
        <p:nvPicPr>
          <p:cNvPr id="4" name="Picture 3" descr="pod_modes_Fr_T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234440"/>
            <a:ext cx="9601200" cy="41296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37226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06060"/>
                </a:solidFill>
              </a:rPr>
              <a:t>With zero physics input, POD's own spatial modes (blue) line up almost exactly with the expected harmonic waves (orange dashed) at orders 0, 8, 8, 24 - the same orders found by independently hand-analyzing the FEA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How much each mode matters: the energy spectrum</a:t>
            </a:r>
          </a:p>
        </p:txBody>
      </p:sp>
      <p:pic>
        <p:nvPicPr>
          <p:cNvPr id="4" name="Picture 3" descr="pod_spectrum_Fr_T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394960" cy="3034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051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5FA5"/>
                </a:solidFill>
              </a:rPr>
              <a:t>Fr (radial force)</a:t>
            </a:r>
          </a:p>
        </p:txBody>
      </p:sp>
      <p:pic>
        <p:nvPicPr>
          <p:cNvPr id="6" name="Picture 5" descr="pod_spectrum_Ft_T4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5394960" cy="30343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051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5FA5"/>
                </a:solidFill>
              </a:rPr>
              <a:t>Ft (tangential force)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06060"/>
                </a:solidFill>
              </a:rPr>
              <a:t>Mode 1 alone explains 72-80% of the variance; by mode 4 the running total is essentially 100%. Modes past that point are noise-level - confirming 6 modes per channel is enough, not an arbitrary cutoff.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Validation - what this confirms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A plain SVD needs only 4-6 modes to explain ~100% of the variance in the force data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The dominant spatial modes match plain cos/sin waves at orders 0, 8, 16, and 24 - exactly the orders used in the separate, hand-built harmonic model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Orders 8 and 16 each show up as two modes with nearly equal strength - the expected signature of a spatial pattern that rotates with the rotor, rather than one that stays still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The model's own frequency-discovery step (given no hints) came back with exactly [0, 8, 8, 16, 16, 24] for both Fr and Ft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A small wobble effect (24 cycles per electrical turn) found independently while refining the hand-built model shows up here too - a third, independent confirmation it's a real effect in the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Predicted vs FEA data - a torque the model never saw</a:t>
            </a:r>
          </a:p>
        </p:txBody>
      </p:sp>
      <p:pic>
        <p:nvPicPr>
          <p:cNvPr id="4" name="Picture 3" descr="true_vs_predicted_line_T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234440"/>
            <a:ext cx="9601200" cy="3312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620577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606060"/>
                </a:solidFill>
              </a:rPr>
              <a:t>Torque = 450 Nm held out entirely during fitting. Predicted (orange) vs true FEA data (blue) overlap almost exactly across all 48 teeth, for both Fr and 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404040"/>
                </a:solidFill>
              </a:rPr>
              <a:t>Predicting a torque the model never saw during training (the meaningful generalization test)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737360"/>
          <a:ext cx="9601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Mean R² (new-torque test)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04040"/>
                          </a:solidFill>
                        </a:rPr>
                        <a:t>Harmonic model (hand-built physics)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0.9822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04040"/>
                          </a:solidFill>
                        </a:rPr>
                        <a:t>POD model (data-driven)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0.9822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04040"/>
                          </a:solidFill>
                        </a:rPr>
                        <a:t>Interpolation baseline (no physics)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0.9252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404040"/>
                </a:solidFill>
              </a:rPr>
              <a:t>Interpolating within a torque already seen during training (the easier test)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411480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527048"/>
                <a:gridCol w="1527048"/>
                <a:gridCol w="151790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Overall R²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Fr R²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Ft R²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04040"/>
                          </a:solidFill>
                        </a:rPr>
                        <a:t>Harmonic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0.9999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0.9999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0.9997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04040"/>
                          </a:solidFill>
                        </a:rPr>
                        <a:t>POD model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0.9836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0.9559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0.9816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04040"/>
                          </a:solidFill>
                        </a:rPr>
                        <a:t>Interpolation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0.8781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0.6788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404040"/>
                          </a:solidFill>
                        </a:rPr>
                        <a:t>0.8466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POD is a general, data-driven way to find hidden low-dimensional structure in complex data and build fast surrogate models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Applied to our EMag force data: found just 6 dominant modes per force channel, matching known machine physics exactly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Accuracy on new, unseen torque levels: R² = 0.9822 - matching the hand-built physics model almost to the decimal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Fast: closed-form prediction, no training data needed at inference time, no simulation required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404040"/>
                </a:solidFill>
              </a:rPr>
              <a:t>- Value: independent, assumption-free confirmation that the hand-built harmonic model's physics assumptions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8200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404040"/>
                </a:solidFill>
              </a:rPr>
              <a:t>- Limitations (shared with the hand-built model)</a:t>
            </a:r>
          </a:p>
          <a:p>
            <a:pPr lvl="1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606060"/>
                </a:solidFill>
              </a:rPr>
              <a:t>- Electrical angle only covers 0-90 degrees in the current dataset, not the full 360</a:t>
            </a:r>
          </a:p>
          <a:p>
            <a:pPr lvl="1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606060"/>
                </a:solidFill>
              </a:rPr>
              <a:t>- Only one RPM in the dataset - speed-dependence is untested</a:t>
            </a:r>
          </a:p>
          <a:p>
            <a:pPr lvl="1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606060"/>
                </a:solidFill>
              </a:rPr>
              <a:t>- POD's own weak spot: its basis is learned from training data, so basis quality depends on how completely that data covers the angle sweep</a:t>
            </a:r>
          </a:p>
          <a:p>
            <a:pPr lvl="1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606060"/>
                </a:solidFill>
              </a:rPr>
              <a:t>- Lowest-torque region (±75 Nm) is the least accurate for both physics-grade models - a real property of the machine, not a model flaw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404040"/>
                </a:solidFill>
              </a:rPr>
              <a:t>- Next steps</a:t>
            </a:r>
          </a:p>
          <a:p>
            <a:pPr lvl="1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606060"/>
                </a:solidFill>
              </a:rPr>
              <a:t>- Extend FEA data to a full 360 degree electrical cycle to verify angle extrapolation</a:t>
            </a:r>
          </a:p>
          <a:p>
            <a:pPr lvl="1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606060"/>
                </a:solidFill>
              </a:rPr>
              <a:t>- Add further RPM sweeps - test whether the same dominant orders still hold at other speeds</a:t>
            </a:r>
          </a:p>
          <a:p>
            <a:pPr lvl="1"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606060"/>
                </a:solidFill>
              </a:rPr>
              <a:t>- Use POD as the automatic structure-discovery step for any future machine geometry, before hand-building a physics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0A0A0"/>
                </a:solidFill>
              </a:rPr>
              <a:t>POD Model for EMag Force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